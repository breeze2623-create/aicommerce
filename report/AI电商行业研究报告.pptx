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v3.4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　　六项结论；建议一至五（含随机对照实验参数）；行动优先级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「模式分类框架」页）回答「交易结构如何」。二者在案例表中交叉标注，用于回答一个关键问题：同一能力级别下，交易结构差异带来什么后果。答案见「六家横向对照」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以「使用者对未使用者」为对照的效果数据全球仅有Amazon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实验能力是获得可决策数字的唯一途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四、差距落在交互层而非用户层——但有明确的成立边界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每轮对话产出为0.085次对0.357次（4.22倍）。「成立边界」：该4.22倍受两个未消除敞口影响——IPV可能被低估2~3倍（u）、两侧人均日会话数之比最多2倍（s）；联合后为4.22÷(u×s)，当 u×s 达到约3.5及以上时降至留存层差距以下、本结论方向反转。故本结论与下一条建议只在 u×s＜3.5 范围内成立，须先实测消除这两个敞口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五、核心建议（以第四条的成立边界为前提）：把人均IPV设为唯一首要考核指标，切入点是「每轮对话产出」而非「对话轮次」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提高每轮产出不增加轮次，人均IPV可达0.46次；增加轮次则推理成本随轮次上升，人均IPV只到0.24次。前者指标增益为后者约2.8倍。「按单位推理成本计效率约6倍」以「提高每轮产出的推理成本近似不变」为前提，而该前提本身是待验证假设（每轮塞入商品卡与检索会推高单轮token），已列为建议二的次级指标待实测校验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关键口径限定（本页两类数据地域不同，不可混读）：前五行为Adobe口径，仅覆盖「美国」零售网站，不含中国市场；且四个统计窗口互有嵌套（2025假日季含12月、2026Q1含3月），不构成独立时点序列。末行为Salesforce口径，覆盖「全球」线上零售，且「AI影响」为宽口径。Adobe各项均为渠道间观察性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归因分三层，证据强度不同：①商家供给明确不足（峰值约12至30家，且OpenAI改走商家自有应用）——证据强；②用户对「在AI里研究商品」的需求明确存在（见「图2 质量指标反转」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规模大不等于价值大：DAU为11.63倍，有效商品浏览量仅为1.28倍（P3）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人均对话轮次；差距落在交互层，是本报告首要指标的依据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AI电商行业研究报告｜v3.4｜数据截至2026-07｜第17页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。读图：两面板纵轴上限均为本侧基期的20倍，柱高表达相对基期的倍数、可跨面板比较，绝对值读柱上三行数字（浏览量／DAU／人均IPV）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七点分析（末条为§1.7的两层使用限制）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两条提升路径的成本结构不同，这在成本约束下直接决定优先级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路径A提高每轮产出：轮次仍1.3轮、推理成本近似不变、人均IPV达0.46次；路径B增加轮次：轮次至2.8轮、推理成本约为原2.15倍、人均IPV仅0.24次。A的指标增益为B的约2.8倍，按单位推理成本计效率约6倍。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6517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2025Q3披露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2025Q4／全年披露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年度累计使用用户，非月活；该口径天然大于同等活跃度产品的月活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规模增长类指标，非效果指标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交互次数口径，与用户数口径不同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约100亿美元（年化节奏）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近120亿美元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incremental口径，试图剔除「本来也会发生」的购买；归因方法未经官方完整披露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对照构造为「使用者对未使用者」，观察性对比、含自选择偏差；本报告统一标注来源为2025Q4财报电话会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2024-02美国App内beta；2024-07全量美国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2025年累计超50项升级；2026-02定位为「the AI agent」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升级含账户记忆、盯价自动购买、视觉搜索、Buy for Me跨站代购；沿既有账户与支付关系推进，不需新建信任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2025-11起诉Perplexity，2026-03获初步禁令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自建站内代理（M5）与排除未授权外部代理（M3b）是同一战略的两面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数据等级P2（公司口径，来自亚马逊2025Q3／Q4财报电话会）。两处归因局限与四条待验证假设见下一页；分口径效果对照见「图9」页。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AI电商行业研究报告｜v3.4｜数据截至2026-07｜第24页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。意图强度与产品形态的相对贡献需通过分层实验区分（证伪条件见「建议一」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，而是获得可决策数字的唯一途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嵌入既有动线而非新建独立入口；答案内直接给出可交易对象；复用自有语料（评论、问答）作为质量差异化来源；沿既有账户与支付关系推进能力升级（A1→A4）。四条各附证伪条件（见「Rufus 归因局限与四条待验证假设」页）；在验证前不应作为「规律」引用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6921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六项结论；建议一至五（含随机对照实验参数）；行动优先级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+60%，观察性对比）；「增量年化销售」为绝对额且归因方法未完整披露，不可替代——自建随机对照实验能力是获得可决策数字的唯一途径（§2.4四、图9）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差距落在交互层，成立边界为 u×s＜3.5：留存差距仅1.10至1.20倍而每轮对话产出差4.22倍，但该倍数受两个未消除敞口影响，联合后 u×s≥约3.5 时方向反转，须先实测消除再据此考核（§1.6、§6.2建议一前置条件）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前置条件（不可跳过）：先消除§1.6的两个敞口，再切换指标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联合敏感度：交互层差距＝4.22÷(u×s)，u为淘宝侧IPV低估倍数（2~3）、s为两侧人均日会话数之比（≤2）。当u×s达到约3.5及以上时，交互层差距降至留存层差距（1.10~1.20倍）以下，中心结论方向反转。故建议二的P0第1步（定u、定s、核查千问IPV是否为定义性产物）必须先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DAU不变175万次／日，DAU按中性档1080万则378万次／日（§1.7表内380万系由未取整值0.352算得）；1.00次为长期追赶参照而非期限目标（乐观档2028年中也只达0.59次）。考核以人均IPV为准，浏览量为观察指标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29870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随机化单元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「用户级」（非会话级、非请求级）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主指标2为人·日计数、次级指标含7日回访率，两者都要求同一用户在整个观测期内稳定落在同一桶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分桶稳定性与SRM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按稳定用户ID哈希分桶，观测期内不重分桶；每日校验样本比例失衡（卡方 p＞0.001）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用设备ID分桶会让跨端用户同时进入两组；SRM未通过则结果作废，不做事后解释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会话内进入商品详情页的用户占比，基线约10%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0.11次／人·日近似推得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主指标1不足一日即达样本量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客诉率基线需业务方提供；若基线率低于0.5%，1%分流×14日的样本量不足以对+10%边界定功，此时护栏应改为「绝对增量不超过X件/日」的运营阈值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低频事件的非劣性检验需更大样本，须先确认基线率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归因规则并消除两个敞口——定 u（IPV低估倍数）、定 s（两侧人均日会话数之比）、核查千问侧IPV是否为定义性产物，u×s＜3.5 是切换指标的前置条件；③建立随机对照实验能力（本页参数），唯一待补输入为计数指标的过散布参数 k。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与外部通用AI入口合作采用「AI发现＋自有结账」，保持Merchant of Record身份与会员、售后归属。证据涉及四个主体、三类性质：OpenAI（Instant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五、规模测算止于流量层，转化率与客单价先实测再折算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六项结论；建议一至五（含随机对照实验参数）；行动优先级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743200"/>
                <a:gridCol w="722376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统一留存与回访率命名；明确AI链路商品浏览的归因规则（定u）；采集两侧人均日会话数（定s）；核查千问侧IPV是否为定义性产物；建立随机对照实验能力（参数见「建议二」页）。u×s＜3.5 是下一项的前置条件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须待上一项完成且u×s＜3.5。DAU与有效商品浏览量降为次级／观察指标；阶段目标12个月0.22次、24个月0.35次（对齐中性档），1.00次为长期追赶参照；改造重点是「每轮对话产出」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纵轴上限＝本侧基期×20，柱高表达相对基期倍数可跨面板比较；柱上标出分项路径；区间宽度衡量流量层自身的不确定性，GMV层敞口未纳入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 与 python3 scripts/make_pptx.py。情景测算中间结果输出至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