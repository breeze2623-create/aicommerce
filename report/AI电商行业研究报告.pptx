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v3.2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六项主要发现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通用AI导购已实现数据与预测；站内AI导购实测与情景测算；分析、建议与实验设计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研究范围、两类主体与能力分级A1—A5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研究范围</a:t>
            </a:r>
          </a:p>
          <a:p>
            <a:pPr algn="l" marL="0" indent="0">
              <a:spcAft>
                <a:spcPts val="1400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以大模型或智能体技术介入消费者「需求唤起—决策—交易—履约—售后」链路，或介入商家经营链路的电商形态。重点为消费者侧导购与交易环节；商家侧经营提效作为产业链一层覆盖。</a:t>
            </a:r>
          </a:p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两类主体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通用AI导购：用户在通用AI助手内完成购物决策，随后在AI界面内或跳转商家体系成交</a:t>
            </a:r>
          </a:p>
          <a:p>
            <a:pPr algn="l" marL="201168" indent="0">
              <a:spcAft>
                <a:spcPts val="10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代表：ChatGPT、Gemini、Perplexity、豆包、千问、元宝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站内AI导购：电商或零售自有站点／App内嵌的AI辅助导购工具</a:t>
            </a:r>
          </a:p>
          <a:p>
            <a:pPr algn="l" marL="201168" indent="0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代表：Amazon Rufus、淘宝AI导购、千问AI购物助手、Instacart Cart Assistant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234440"/>
          <a:ext cx="52120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站外发现导流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生态内已落地；跨生态代结账已收缩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试点阶段（盯价自动买、一句话帮抢）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未规模化，且存在法律争议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能力分级A1—A5回答「做到什么程度」，模式编号M1—M5（见第22页）回答「交易结构如何」。二者在案例表中交叉标注，用于回答一个关键问题：同一能力级别下，交易结构差异带来什么后果。答案见第25页——同为A3，M1已退场而M2、M4在扩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——本报告未取得同地域同周期的配对数据，故不给出二者倍数关系，但二者不在同一量级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定基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该结论的支撑证据涉及四个主体、三类性质（产品决策／协议设计／司法判定），其中司法判定的独立性最强。归因限定：可确证的是商家侧供给未起量；消费者对「在AI界面内结账」的需求强度无可比基准，本报告不下判断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三、站内AI导购在「个体层相对效果」这一构造上只有一个公开数据点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以「使用者对未使用者」为对照的效果数据全球仅有Amazon Rufus的「购买完成率高约60%」（2025Q4财报电话会，观察性对比）。Salesforce企业分组与Adobe／Shopify渠道数据分属另两种对照构造；亚马逊另披露的「增量年化销售近120亿美元」为绝对额、归因方法未完整披露，不可替代相对效果证据。自建实验能力是获得可决策数字的唯一途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四、内部口径数据显示差距落在交互层，不在用户层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1.00次。两侧次日留存（10%对12%）与7日回访率（30%对33%）仅1.10~1.20倍，而「每轮对话产出的商品浏览为0.085次对0.357次（4.22倍）」——用户「是否愿意再来」接近，差别集中在「每一轮对话是否推进到商品」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五、核心建议：把人均IPV设为唯一首要考核指标，切入点是「每轮对话产出」而非「对话轮次」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两条路径成本结构完全不同：提高每轮产出不增加轮次，推理成本近似不变，人均IPV可达0.46次；增加轮次则推理成本随轮次线性上升，人均IPV只到0.24次。前者指标增益为后者约2.8倍，按单位推理成本计效率约6倍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美国零售网站AI引荐流量：已实现增速与定基指数情景外推（不含中国市场）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AI电商行业研究报告｜v3.2｜数据截至2026-07｜第7页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5854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2620亿美元，占销售额20.3%（全球线上销售12900亿美元）；Salesforce另按订单口径给出约20%订单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Salesforce，超15亿消费者数据。两个口径数值接近但不等价；宽口径，不等于AI界面内结账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口径提示：Adobe各项均为AI来源与非AI来源的渠道对比，未控制访客构成差异，不等同于AI渠道的因果效应。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AI电商行业研究报告｜v3.2｜数据截至2026-07｜第9页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735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、因果性未被证明，未控制访客构成差异；同期该渠道流量大幅扩张（Q1对Q1定基指数100→493即4.93倍，3月对3月约3.7倍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假日季验证：AI影响的销售约2620亿美元、占销售额20.3%，但这是「影响」宽口径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AI电商行业研究报告｜v3.2｜数据截至2026-07｜第10页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694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归因分三层，证据强度不同：①商家供给明确不足（峰值约12至30家，且OpenAI改走商家自有应用）——证据强；②用户对「在AI里研究商品」的需求明确存在（见第9页）——证据强；③用户对「在AI界面内结账」的需求强度无可比基准，本报告不下判断——唯一数据是首月约8%试用率，属第三方复盘的量级参考。公开复盘的机制性解释是单件即时结账缺少购物车、优惠码、会员权益、税费计算与实时库存同步，以及商家不愿让出MoR——两者都在供给侧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规模预测：口径宽窄造成的差距大于机构之间的差距（倍数须按可比配对给出）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AI电商行业研究报告｜v3.2｜数据截至2026-07｜第12页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077" y="1207008"/>
            <a:ext cx="92175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。倍数须按可比配对给出：同地域同年份（美国2030年）表中无窄口径数据点，可比的是中口径下限1900亿至宽口径上限10000亿，相差约5.3倍；窄口径对宽口径需跨年份（eMarketer美国2029年1440亿对McKinsey美国2030年9000至10000亿，约6.3至6.9倍）。本报告对该差距一律按上述可比配对给出倍数，不做跨口径的量级概括，也不将预测值作为规模基数使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中国市场底盘：AI私域电商渗透率预测升至约3.8倍，而隐含底盘五年只增约36%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74" y="1207008"/>
            <a:ext cx="8376146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（本报告计算）：以规模÷渗透率反推隐含私域大盘＝2025年约3.87万亿元、2030年约5.26万亿元（五年复合增速约6.3%），仅为中国电商总规模59.2万亿元的约6.5%——即该预测隐含「渗透率升至约3.8倍而底盘几乎不增长」，读者应据此自行判断其可信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8／8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AI电商行业研究报告｜v3.2｜数据截至2026-07｜第14页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6" y="1207008"/>
            <a:ext cx="860728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；元宝因无权威披露不列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规模大不等于价值大：DAU为11.63倍，有效商品浏览量仅为1.28倍（P3）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AI电商行业研究报告｜v3.2｜数据截至2026-07｜第15页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21" y="1207008"/>
            <a:ext cx="972805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（淘宝AI导购与千问电商场景）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内部口径实测与派生指标：淘宝侧DAU为千问侧的11.63倍，有效商品浏览量仅为1.28倍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人均对话轮次；差距落在交互层，是本报告首要指标的依据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情景测算：淘宝靠深度与规模双轮，千问几乎全靠规模（两面板共用纵轴；非预测）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AI电商行业研究报告｜v3.2｜数据截至2026-07｜第17页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948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；两面板共用纵轴，柱上标出DAU与IPV两条分项路径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六点分析（第七点为§1.7的两层使用限制）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大幅扩张（Q1对Q1定基指数100→493即4.93倍，3月对3月约3.7倍）、访客构成必然迁移，归因无法从公开数据分离。增速已由+1151%回落至+269%，且窄口径预测（美国2026年约206亿美元）的实现路径已因Instant Checkout下线而改变。处方：低成本占位与监测，而不是按外推规模做重投入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「+60%完成率」一根柱。Salesforce企业分组与Adobe／Shopify渠道数据分属另两种对照构造；亚马逊的「增量年化销售近120亿美元」为绝对额且归因方法未完整披露，不可跨案例比较，也不能替代相对效果证据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两条提升路径的成本结构不同，这在成本约束下直接决定优先级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路径A提高每轮产出：轮次仍1.3轮、推理成本近似不变、人均IPV达0.46次；路径B增加轮次：轮次至2.8轮、推理成本约为原2.15倍、人均IPV仅0.24次。A的指标增益为B的约2.8倍，按单位推理成本计效率约6倍。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65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建议一：把人均IPV设为唯一首要考核指标，切入点是「每轮对话产出」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AI电商行业研究报告｜v3.2｜数据截至2026-07｜第19页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前置条件（不可跳过）：先消除§1.6的两个敞口，再切换指标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联合敏感度：交互层差距＝4.22÷(u×s)，u为淘宝侧IPV低估倍数（2~3）、s为两侧人均日会话数之比（≤2）。当u×s达到约3.5及以上时，交互层差距降至留存层差距（1.10~1.20倍）以下，中心结论方向反转。故建议二的P0第1步（定u、定s、核查千问IPV是否为定义性产物）必须先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DAU不变175万次／日，DAU按中性档1080万则380万次／日；1.00次为长期追赶参照而非期限目标（乐观档2028年中也只达0.59次）。考核以人均IPV为准，浏览量为观察指标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170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34465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会话内进入商品详情页的用户占比，基线约10%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以人均IPV 0.11次／人·日近似推得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相对提升20%（10%→12%）；α＝0.05双侧，检验力80%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约3840人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 ＝ 2×7.85×0.11×0.89÷0.02²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主指标1不足一日即达样本量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多重性策略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门控式：先检主指标1，通过后才检主指标2；两者各用α＝0.05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避免双主指标各自双侧检验抬高族系错误率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决策规则与冲突裁决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放量。若同时出现「主指标2的95%CI上界＜+30%」，「以证伪判据优先」：先转入分层检验判明成因，再决定是否放量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避免放量一个形态假说刚被证伪的改动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护栏的检验力约束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客诉率基线需业务方提供；若基线率低于0.5%，1%分流×14日的样本量不足以对+10%边界定功，此时护栏应改为「绝对增量不超过X件/日」的运营阈值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低频事件的非劣性检验需更大样本，须先确认基线率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AI链路商品浏览的归因规则（绕过AI链路直达是否计入）；③用同一实验框架同时测出详情页转化率与客单价后，再与情景测算相乘，拒绝三层假设直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三、交易环节不外让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与外部通用AI入口合作采用「AI发现＋自有结账」，保持Merchant of Record身份与会员、售后归属。证据涉及四个主体、三类性质：OpenAI（Instant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四、以「被推荐率」监测替代「渠道规模」监测：低成本占位，不按外推规模重投入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外AI引荐的质量指标已反转但因果性未证明、增速放缓；本报告未取得AI引荐占零售总访问的份额，故不对基数高低下判断。查询集：GMV前20品类各15条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。配套投入是商品数据结构化与协议接入——跨协议可迁移的资产，单一平台的接入工作则不是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五、规模测算止于流量层，转化率与客单价先实测再折算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通用AI导流跳转（用户本人下单）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第三方代理代为下单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 Comet代理在他方站内下单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定规则：「结账界面在哪一侧」以渲染结账页的宿主应用为准（ChatGPT内零售商应用＝AI侧；元宝跳转微信内京东小程序＝商家侧）。M3拆为a／b的理由：三主维度无法区分「AI给商品卡、用户自己下单」与「AI代理登录账号下单」，二者同格但法律与商业后果截然不同，故引入第四维度——下单动作执行方及是否经授权（只在M3内部分化，以子编号处理）。判别价值：M1与M2的结账界面位置相同，差别只在MoR归属——这一处差别决定了M1退场、M2扩张；M4与M2的区别在第三维度，同集团内无真正谈判与数据让渡，故落地更快但比价中立性更受限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Mode（M2＋M3a）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Perplexity（联盟＝M3a／Comet代理＝M3b）　月活跃用户约0.3至0.45亿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元宝×京东（M3a）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88720"/>
                <a:gridCol w="1737360"/>
                <a:gridCol w="1737360"/>
                <a:gridCol w="173736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A3／A2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Perplexity（联盟）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变现率低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Perplexity（Comet代理）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A4／A5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A3（部分A4）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交叉观察：同为A3（对话内闭环），M1已退场而M2、M4在扩张——能力级别相同而交易结构不同，结果完全不同。口径提示：周活跃与月活跃并存，不可直接横向比较，仅作量级对照；元宝因无权威披露不列数值。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2651760"/>
                <a:gridCol w="43891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2025Q3披露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2025Q4／全年披露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口径与说明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2.5亿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超3亿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年度累计使用用户，非月活；该口径天然大于同等活跃度产品的月活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规模增长类指标，非效果指标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交互次数口径，与用户数口径不同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约100亿美元（年化节奏）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近120亿美元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incremental口径，试图剔除「本来也会发生」的购买；归因方法未经官方完整披露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对照构造为「使用者对未使用者」，观察性对比、含自选择偏差；本报告统一标注来源为2025Q4财报电话会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能力演进（A1→A4）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2024-02美国App内beta；2024-07全量美国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2025年累计超50项升级；2026-02定位为「the AI agent」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升级含账户记忆、盯价自动购买、视觉搜索、Buy for Me跨站代购；沿既有账户与支付关系推进，不需新建信任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战略配套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2025-11起诉Perplexity，2026-03获初步禁令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自建站内代理（M5）与排除未授权外部代理（M3b）是同一战略的两面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数据等级P2（公司口径，来自亚马逊2025Q3／Q4财报电话会）。两处归因局限与四条待验证假设见下一页；分口径效果对照见第27页图9。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站内AI导购在「个体层相对效果」构造上只有一个公开数据点（面板①）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AI电商行业研究报告｜v3.2｜数据截至2026-07｜第27页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431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数据来源：亚马逊2025Q4财报电话会（Rufus三项，公司口径P2）；Adobe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Rufus：两处归因局限与四条待验证的可迁移假设（样本量为1）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假设一：嵌入既有动线优于新建独立入口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而非独立标签页；自2024-07全量美国到2025全年累计超3亿用户，历时约一年半。这是与快速触达相一致的设计选择，「不是已证明的因果原因」——样本量为1、无反事实，且Rufus位于全美最大电商App内，3亿中有多少来自母体流量无法区分。证伪：同App内独立入口对嵌入式入口分流，若触达率差异不足30%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假设二：答案内直接给出可交易对象优于仅给文字建议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Rufus回答中直接呈现商品；与第一章关于每轮对话产出的分析同向。证伪：即建议一的证伪条件（人均IPV相对提升的95%CI上界低于+30%）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假设三与假设四：复用自有语料；沿既有账户关系升级能力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为站内独有，站外通用AI难以等量获得——证伪：盲测中屏蔽自有评论语料后，答案采纳率下降不足10%则假设不成立。能力由A1问答演进至A4授权代理，沿用户既有账户与支付关系推进——证伪：A4授权开启率与「是否已有支付绑定」无显著相关（95%CI含0）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。意图强度与产品形态的相对贡献需通过分层实验区分（证伪条件见第19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四、站内AI导购在「个体层相对效果」构造上只有一个公开数据点，且是观察性的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；亚马逊另披露的「增量年化销售近120亿美元」为绝对额且归因方法未完整披露，不可跨案例比较，也不能替代相对效果证据。建立随机对照实验能力不是可选项，而是获得可决策数字的唯一途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五、站内AI导购有四条待验证的可迁移假设（来自Rufus单一案例，样本量为1）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；复用自有语料（评论、问答）作为质量差异化来源；沿既有账户与支付关系推进能力升级（A1→A4）。四条各附证伪条件（见第28页）；在验证前不应作为「规律」引用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六、当前主流是不直接向用户或商家收费——本报告不断言「变现前置会抑制规模」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此处只描述现状：本报告未取得任何「早期变现导致规模受抑」的对照证据，且费率侧证据方向相反——商家的抵触对象是Merchant of Record的让渡，而非费率水平。费率侧的判断：AI渠道总成本约7%~9%低于Amazon市场佣金约15%，对商家净有利；但费率可调、交易关系一旦让出难以收回——拒绝的不是当前费率，而是费率的未来定价权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六层功能切分（按必要性判据）：L1–L4为交易主链，L5–L6为使能层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468880"/>
                <a:gridCol w="283464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6921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据（必要性）：主链＝该环节缺失则这笔交易无法以AI方式完成；使能层＝该环节缺失交易仍可完成，只是效率或被发现概率下降。不采用「是否进入单笔交易资金流」作判据，因其分不开L1与L5（模型算力成本同样不进入单笔结算）。穷尽性检验：对任一笔交易做「移除测试」，依次假设某环节缺失，无法以AI方式完成者属L1–L4，仍可完成者属L5–L6。两处不单列为层的横向切面：①广告与流量变现是L2、L3的收入侧规则（核心矛盾为AI答案位与竞价位冲突）；②数据与合规横向贯穿六层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站内AI导购在「个体层相对效果」构造上只有一个公开数据点（Rufus +60%，观察性对比）；「增量年化销售」为绝对额且归因方法未完整披露，不可替代——自建随机对照实验能力是获得可决策数字的唯一途径（§2.4四、图9）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内部口径数据显示差距落在交互层：留存差距仅1.10至1.20倍，而每轮对话产出差4.22倍；产品形态与意图构成两个解释需分层实验区分（§1.6、§1.8）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743200"/>
                <a:gridCol w="722376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建立口径与实验基建，并消除两个敞口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统一留存与回访率命名；明确AI链路商品浏览的归因规则（定u）；采集两侧人均日会话数（定s）；核查千问侧IPV是否为定义性产物；建立随机对照实验能力（参数见第20页）。u×s＜3.5 是下一项的前置条件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将人均IPV设为唯一首要考核指标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须待上一项完成且u×s＜3.5。DAU与有效商品浏览量降为次级／观察指标；阶段目标12个月0.22次、24个月0.35次（对齐中性档），1.00次为长期追赶参照；改造重点是「每轮对话产出」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交易环节不外让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与外部通用AI入口合作采用「AI发现＋自有结账」；保持Merchant of Record身份与会员、售后归属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美国AI引荐流量增速与定基指数外推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站内AI导购运营指标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两面板共用纵轴；柱上标出分项路径；区间宽度衡量流量层自身的不确定性，GMV层敞口未纳入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 与 python3 scripts/make_pptx.py。情景测算中间结果输出至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34465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列为P3，仅内部对照；列出三点可比性限制与低估2至3倍的敏感度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