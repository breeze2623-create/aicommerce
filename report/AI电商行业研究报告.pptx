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v3.2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通用AI导购已实现数据与预测；站内AI导购实测与情景测算；分析、建议与实验设计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，二者相差一个数量级以上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累计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Record身份。这是本报告证据链最完整的结论，由产品决策、协议设计、司法判定三类异质证据支撑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三、站内AI导购的公开效果证据只有一个数据点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全球范围内可追溯的站内AI导购效果数据仅有Amazon Rufus的「使用者购买完成率高约60%」（2025Q4财报电话会，观察性对比）。Salesforce企业分组与Adobe／Shopify渠道数据分属另两种对照构造，不能替代。自建实验能力是获得可决策数字的唯一途径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四、内部口径数据显示差距落在交互层，不在用户层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1.00次。两侧次日留存（10%对12%）与7日回访率（30%对33%）仅1.10~1.20倍，而「每轮对话产出的商品浏览为0.085次对0.357次（4.22倍）」——用户「是否愿意再来」接近，差别集中在「每一轮对话是否推进到商品」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五、核心建议：把人均IPV设为首要指标，切入点是「每轮对话产出」而非「对话轮次」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两条路径成本结构完全不同：提高每轮产出不增加轮次，推理成本近似不变，人均IPV可达0.46次；增加轮次则推理成本随轮次线性上升，人均IPV只到0.24次。前者指标增益为后者约2.8倍，按单位推理成本计效率约6倍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美国零售网站AI引荐流量：已实现增速与累计指数情景外推（不含中国市场）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AI电商行业研究报告｜v3.2｜数据截至2026-07｜第6页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231" y="1207008"/>
            <a:ext cx="8027232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2620亿美元，约占订单20%（全球线上销售12900亿美元）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AI引荐流量的质量指标一年内反转：转化率由−38%转为+42%（渠道观察性对比，因果性未证明）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AI电商行业研究报告｜v3.2｜数据截至2026-07｜第8页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144" y="1207008"/>
            <a:ext cx="8271406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Insights（2026-04）。关键口径：渠道间观察性对比，未控制访客构成差异；同期该渠道流量增至约4.9倍（累计指数100→493），访客构成必然迁移，反转的归因无法从公开数据分离。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假日季验证：AI影响的销售约占2620亿美元，但这是「影响」宽口径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AI电商行业研究报告｜v3.2｜数据截至2026-07｜第9页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999" y="1207008"/>
            <a:ext cx="7805696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结论：用户愿意在AI里研究商品（流量与转化质量均改善），但不需要在AI里结账。公开复盘归因于单件即时结账缺少购物车、优惠码、会员权益、税费计算与实时库存同步，以及商家不愿让出Merchant of Record身份。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规模预测：窄口径与宽口径相差一个数量级以上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AI电商行业研究报告｜v3.2｜数据截至2026-07｜第11页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87" y="1207008"/>
            <a:ext cx="71531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Dunn公开预测（2025-10至12发布），全部为机构预测值而非实测。关键口径：颜色编码口径宽窄，菱形为点估计、线段为区间；窄口径与宽口径相差约一个数量级，本报告不将其作为规模基数使用。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AI电商行业研究报告｜v3.2｜数据截至2026-07｜第12页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160" y="1207008"/>
            <a:ext cx="6765375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中国侧参照：AI私域电商规模与渗透率（私域子集，非全量AI电商GMV）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095" y="1207008"/>
            <a:ext cx="5929504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：隐含私域大盘2025年约3.87万亿元、2030年约5.26万亿元（五年复合增速约6.3%），仅为中国电商总规模59.2万亿元的约6.5%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规模大不等于价值大：淘宝侧DAU为千问侧的11.63倍，有效商品浏览量仅为1.28倍（内部口径 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AI电商行业研究报告｜v3.2｜数据截至2026-07｜第14页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45" y="1207008"/>
            <a:ext cx="6645004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情景测算：淘宝靠深度与规模双轮，千问几乎全靠规模（两面板共用纵轴；非预测）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AI电商行业研究报告｜v3.2｜数据截至2026-07｜第16页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563" y="1207008"/>
            <a:ext cx="7164568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；两面板共用纵轴，柱上标出DAU与IPV两条分项路径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增至约4.9倍（指数100→493）、访客构成必然迁移，归因无法从公开数据分离。增速已由+1151%回落至+269%，且窄口径预测（美国2026年约206亿美元）的实现路径已因Instant Checkout下线而改变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全球可追溯的站内导购效果数据仅有Rufus「+60%完成率」（图9面板①只有一根柱）。Salesforce企业分组与Adobe／Shopify渠道数据分属另两种对照构造，不能替代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104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建议一：把人均IPV设为首要指标，切入点是「每轮对话产出」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DAU不变175万次／日，DAU按中性档1080万则380万次／日；1.00次为长期追赶参照而非期限目标（乐观档2028年中也只达0.59次）。考核以人均IPV为准，浏览量为观察指标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3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放量；主指标2的95%CI上界＜+30% → 转入分层检验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对应建议一的证伪条件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AI链路商品浏览的归因规则（绕过AI链路直达是否计入）；③用同一实验框架同时测出详情页转化率与客单价后，再与情景测算相乘，拒绝三层假设直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四、以「被推荐率」监测替代「渠道规模」监测（最小可执行设计）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查询集：GMV前20品类各15条自然语言购物查询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判别价值：M1与M2的结账界面位置相同，差别只在Merchant of Record归属——这一处差别决定了M1退场、M2扩张。M4与M2的区别在第三维度：同集团内不存在真正的谈判与数据让渡，故M4落地更快，但比价中立性也更受限。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Perplexity（M3）　月活跃用户约0.3至0.45亿；联盟分佣＋Comet浏览器代理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2011680"/>
                <a:gridCol w="201168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 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代理绕行路径受禁令限制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口径提示：周活跃与月活跃口径并存，不可直接横向比较，仅作量级对照。元宝因无权威披露不列数值。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时间线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 美国App内beta → 2024-07 全量美国 → 2025年累计超50项升级（账户记忆、盯价自动购买、视觉搜索、跨服务集成、Buy for Me跨站代购）→ 2026-02财报电话会定位为「the AI agent」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2025Q3披露2.5亿 → 2025Q4／全年披露超3亿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+149%（2025Q4）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+210%（2025Q4）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2025Q3约100亿美元（年化节奏）→ 2025Q4／全年近120亿美元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约高60%（相对未使用者）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数据等级P2（公司口径，来自亚马逊2025Q3／Q4财报电话会）。归因局限见下一页。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站内AI导购的公开效果证据只有一个数据点（面板①）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AI电商行业研究报告｜v3.2｜数据截至2026-07｜第26页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071" y="1207008"/>
            <a:ext cx="8401553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Rufus：两处归因局限与四条可复制的产品规律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规律一：嵌入既有动线而非新建独立入口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Rufus嵌入搜索与商品详情页，而非作为独立标签页存在——这是其能在一年内触达3亿用户的结构性原因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规律二：答案内直接给出可交易对象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回答中直接呈现商品而非仅给文字建议；这与第一章关于人均IPV的分析直接呼应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规律三与规律四：复用自有语料；沿既有账户关系升级能力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商品评论与问答语料是站内导购质量的差异化来源，站外通用AI难以等量获得；能力由A1问答演进至A4授权代理（盯价到价自动买、跨站代购），沿用户既有账户与支付关系推进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。意图强度与产品形态的相对贡献需通过分层实验区分（证伪条件见第18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四、站内AI导购的公开效果证据只有一个数据点，且是观察性的</a:t>
            </a:r>
          </a:p>
          <a:p>
            <a:pPr algn="l" marL="402336" indent="0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图9面板①只有Rufus一根柱。Salesforce企业分组与Adobe／Shopify渠道数据分属另两种对照构造，不能替代。建立随机对照实验能力不是可选项，而是获得可决策数字的唯一途径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五、站内AI导购的可复制产品规律有四条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嵌入既有动线而非新建独立入口；答案内直接给出可交易对象而非仅给文字建议；复用自有语料（评论、问答）作为质量差异化来源；沿既有账户与支付关系推进能力升级（A1问答→A4授权代理）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六、变现前置会抑制规模，当前主流是不直接向用户或商家收费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651760"/>
                <a:gridCol w="246888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两处不单列为层的横向切面：①广告与流量变现是L2、L3的收入侧规则（核心矛盾为AI答案位与竞价位冲突）；②数据与合规横向贯穿六层。穷尽性检验：沿资金流与数据流回溯，任一笔交易均落入L1–L4；不进入该笔交易资金流的支出（GEO、SaaS、供应链算法）落入L5–L6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站内AI导购方向的公开效果证据只有一个数据点（Rufus +60%，观察性对比）——自建随机对照实验能力是获得可决策数字的唯一途径（§2.4四、图9）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内部口径数据显示差距落在交互层：留存差距仅1.10至1.20倍，而每轮对话产出差4.22倍；产品形态与意图构成两个解释需分层实验区分（§1.6、§1.8）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291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统一留存与回访率命名；明确AI链路商品浏览的归因规则；建立随机对照实验能力（参数见第19页），替代观察性对比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将人均IPV设为首要指标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DAU降为次级；阶段目标12个月0.22次、24个月0.35次（对齐中性档），1.00次为长期追赶参照；改造重点是「每轮对话产出」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美国AI引荐流量增速与累计指数外推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两面板共用纵轴；柱上标出分项路径；区间宽度衡量流量层自身的不确定性，GMV层敞口未纳入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