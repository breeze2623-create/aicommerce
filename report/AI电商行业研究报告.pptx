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v3.0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五项主要发现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通用AI导购已实现数据与预测；站内AI导购实测与情景测算；分析与建议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公开可追溯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第三方监测机构、财报电话会、官方公告、司法文件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公司自报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来自财报电话会或官方新闻稿的企业自报运营数据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纪律：①区分「AI影响的销售」与「AI界面内完成的交易」，二者相差一个数量级以上；②区分观察性对比与因果效应，「使用者相对未使用者提升X%」应视为相关性上限；③区分实测与测算，测算不得引用为机构预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五项主要发现（1／2）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一、站外AI引荐的质量问题已解决，规模问题尚未解决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美国零售网站AI来源流量转化率一年内由低于非AI渠道38%转为高于42%，单次访问收入高37%（Adobe）；但同比增速由2025年12月+1151%收敛至2026年3月+269%，高增长来自极低基数，不可线性外推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ChatGPT Instant Checkout 2025-09-29上线、2026-03-05下线，存续约5个月，峰值接入商家约12至30家；替代方案为AI界面内的商家自有应用与开放协议，商家保持Merchant of Record身份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三、站内AI导购的瓶颈是决策深度，不是流量（本报告最可执行的发现）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内部口径：淘宝AI导购DAU 500万、人均IPV 0.11次；千问电商场景DAU 43万、人均IPV 1.00次。DAU相差11.63倍，日均有效商品浏览量（55万次对43万次）仅相差1.28倍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五项主要发现（2／2）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四、核心建议：把人均IPV而非DAU作为站内AI导购的首要指标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留存差异仅1.10至1.20倍（次日10%对12%、7日回访30%对33%），而人均IPV差9.09倍——用户「是否愿意再来」接近，「来了是否进入选品」差别巨大，问题指向产品形态。DAU不变而人均IPV提至1.00次，有效浏览量由55万增至500万次／日（9.09倍）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五、规模测算应止于流量层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情景测算只推演DAU与浏览深度，不推演成交额；由浏览量折算GMV需引入详情页转化率与客单价两项敞口参数，任何单点GMV估计都是三层假设相乘的结果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配套前提：补齐口径与实验基建</a:t>
            </a:r>
          </a:p>
          <a:p>
            <a:pPr algn="l">
              <a:spcAft>
                <a:spcPts val="46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　　行业内全部公开效果数据（含亚马逊Rufus「使用者购买完成率高约60%」）均为观察性对比，存在自选择偏差，不能直接作为投入依据；需建立随机对照实验能力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全球AI引荐流量：已实现增速与累计指数情景外推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AI电商行业研究报告｜v3.0｜数据截至2026-07｜第6页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90" y="1207008"/>
            <a:ext cx="10029115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2620亿美元，约占订单20%（全球线上销售12900亿美元）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口径提示：Adobe各项均为AI来源与非AI来源的渠道对比，未控制访客构成差异，不等同于AI渠道的因果效应。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AI引荐流量质量：转化率与单次访问收入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AI电商行业研究报告｜v3.0｜数据截至2026-07｜第8页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739" y="1207008"/>
            <a:ext cx="961621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2025假日季AI对零售销售的影响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AI电商行业研究报告｜v3.0｜数据截至2026-07｜第9页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150" y="1207008"/>
            <a:ext cx="9603394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结论：用户愿意在AI里研究商品（流量与转化质量均改善），但不需要在AI里结账。公开复盘归因于单件即时结账缺少购物车、优惠码、会员权益、税费计算与实时库存同步，以及商家不愿让出Merchant of Record身份。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规模预测：窄口径与宽口径相差一个数量级以上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AI电商行业研究报告｜v3.0｜数据截至2026-07｜第11页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008" y="1207008"/>
            <a:ext cx="737367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中国与海外主要AI购物入口用户规模对照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AI电商行业研究报告｜v3.0｜数据截至2026-07｜第12页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503" y="1207008"/>
            <a:ext cx="864668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中国AI私域电商市场规模与渗透率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828" y="1207008"/>
            <a:ext cx="861803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规模大不等于价值大（内部口径 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AI电商行业研究报告｜v3.0｜数据截至2026-07｜第14页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632" y="1207008"/>
            <a:ext cx="747043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内部口径实测与派生指标：11.63倍的DAU差，只换来1.28倍的有效浏览量差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9.09×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0.78×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4.22×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人均对话轮次（近似量级）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校正：原始表述为「7日留存30%／33%」，但单日留存随时间单调不增、不可能高于次日留存，故判定其口径为7日窗口内至少回访一次。可比性限制：①两侧入口曝光机制不同，DAU意图强度不一致；②淘宝站内用户可绕过AI链路直达商品，归因规则可能低估其IPV；③IPV为日度口径、轮次为会话内均值，相除结果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有效商品浏览量情景测算（非预测，止于流量层）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AI电商行业研究报告｜v3.0｜数据截至2026-07｜第16页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592" y="1207008"/>
            <a:ext cx="9798511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分别按情景假设的年增长倍数逐期复利推演。锚点：①增速衰减参照Adobe口径AI引荐流量由+1151%收敛至+269%；②高增长档参照Rufus月活同比+149%、交互量同比+210%；③淘宝侧人均IPV上限锚定千问当前实测1.00次，乐观档2028年仅取0.59次。不推演GMV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六点分析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站外AI引荐已跨过质量拐点，但仍处低基数，增速窗口正在关闭</a:t>
            </a:r>
          </a:p>
          <a:p>
            <a:pPr algn="l">
              <a:spcAft>
                <a:spcPts val="2875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转化率由−38%转为+42%是过去一年最实质的变化；但增速由+1151%衰减至+269%，窄口径预测（美国2026年约206亿美元）显示对话内成交绝对量仍小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>
              <a:spcAft>
                <a:spcPts val="2875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Instant Checkout约5个月、峰值约12至30家商家收场；替代方案与UCP协议设计均把Merchant of Record留给商家——本报告置信度最高的判断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站内AI导购的瓶颈是决策深度，不是流量</a:t>
            </a:r>
          </a:p>
          <a:p>
            <a:pPr algn="l">
              <a:spcAft>
                <a:spcPts val="2875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淘宝侧以11.63倍DAU仅换来1.28倍有效商品浏览量；入口曝光可快速做大DAU，但不能自动带来商品决策行为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深度差异远大于留存差异，问题指向产品形态而非用户质量</a:t>
            </a:r>
          </a:p>
          <a:p>
            <a:pPr algn="l">
              <a:spcAft>
                <a:spcPts val="2875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留存差1.10至1.20倍，人均IPV差9.09倍、每轮产出差4.22倍；淘宝侧人均1.3轮与「单轮问答后结束、未进入选品」形态一致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规模天花板的敞口在转化率与客单价，不在流量</a:t>
            </a:r>
          </a:p>
          <a:p>
            <a:pPr algn="l">
              <a:spcAft>
                <a:spcPts val="2875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2028年中淘宝侧区间160万至950万次／日（中性380万），千问侧93万至443万次／日（中性202万）；区间宽度说明不确定性主要来自流量之后的环节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</a:t>
            </a:r>
          </a:p>
          <a:p>
            <a:pPr algn="l">
              <a:spcAft>
                <a:spcPts val="2875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Rufus「+60%完成率」、Salesforce「6.2%对3.9%」、Adobe渠道对比均属此类；可确认方向，不能测算收益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五条建议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一、把人均IPV设为首要指标，DAU降为次级</a:t>
            </a:r>
          </a:p>
          <a:p>
            <a:pPr algn="l">
              <a:spcAft>
                <a:spcPts val="3529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敏感度对比：DAU保持500万不变、人均IPV由0.11提至1.00 → 有效浏览量55万增至500万次／日（9.09倍）；而人均IPV不变、DAU翻倍至1000万 → 仅110万次（2倍）。落地：答案内直接给可加购商品、每轮对话有明确下一步、以收窄选项为对话目标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二、补齐口径与实验基建（所有后续判断的前提）</a:t>
            </a:r>
          </a:p>
          <a:p>
            <a:pPr algn="l">
              <a:spcAft>
                <a:spcPts val="3529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①统一留存与回访率的命名定义；②明确AI链路商品浏览的归因规则（绕过AI链路直达是否计入）；③建立随机对照实验能力，替代观察性对比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>
              <a:spcAft>
                <a:spcPts val="3529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与外部通用AI入口合作采用「AI发现＋自有结账」，保持Merchant of Record身份与会员、售后归属；证据链：Instant Checkout收缩、零售商应用替代方案、UCP协议设计、Amazon诉Perplexity初步禁令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</a:t>
            </a:r>
          </a:p>
          <a:p>
            <a:pPr algn="l">
              <a:spcAft>
                <a:spcPts val="3529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站外AI引荐绝对量小、质量已优、增速衰减；合理投入是低成本占位（商品数据结构化、协议接入）＋月度可见度与被平替率监测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>
              <a:spcAft>
                <a:spcPts val="3529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拒绝「流量假设×转化率假设×客单价假设」的乘积；先用小流量实验测出AI链路的详情页转化率与客单价，再与情景测算相乘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模式分类框架：按结账界面与Merchant of Record两个维度完整划分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011680"/>
                <a:gridCol w="1371600"/>
                <a:gridCol w="1737360"/>
                <a:gridCol w="3657600"/>
                <a:gridCol w="1554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AI侧（同集团）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自有站点／App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框架的判别价值：M1与M2的结账界面位置相同，差别只在Merchant of Record归属——而这一处差别决定了M1退场、M2扩张。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Mode（M2＋M3）　Gemini月活跃用户约6.5亿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属性标记。2026-03更新新增购物车与商品目录能力；结账限美加澳合格商家早期访问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Perplexity（M3）　月活跃用户约0.3至0.45亿；联盟分佣＋Comet浏览器代理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元宝×京东（M3）　用户规模不列示（无权威披露）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2011680"/>
                <a:gridCol w="2011680"/>
                <a:gridCol w="2011680"/>
                <a:gridCol w="210312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 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代理绕行路径受禁令限制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口径提示：周活跃与月活跃口径并存，不可直接横向比较，仅作量级对照。元宝因无权威披露不列数值。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782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时间线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 美国App内beta → 2024-07 全量美国 → 2025年累计超50项升级（账户记忆、盯价自动购买、视觉搜索、跨服务集成、Buy for Me跨站代购）→ 2026-02财报电话会定位为「the AI agent」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2025Q3披露2.5亿 → 2025Q4／全年披露超3亿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+149%（2025Q4）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+210%（2025Q4）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2025Q3约100亿美元（年化节奏）→ 2025Q4／全年近120亿美元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约高60%（相对未使用者）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数据等级P2（公司口径，来自亚马逊2025Q3／Q4财报电话会）。归因局限见下一页。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Rufus：两处归因局限与四条可复制的产品规律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主动使用AI导购工具的用户购买意向本就更强；在缺少随机对照实验的情况下，该数值应视为相关性上限，而非Rufus的因果效应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规律一：嵌入既有动线而非新建独立入口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Rufus嵌入搜索与商品详情页，而非作为独立标签页存在——这是其能在一年内触达3亿用户的结构性原因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规律二：答案内直接给出可交易对象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回答中直接呈现商品而非仅给文字建议；这与第一章关于人均IPV的分析直接呼应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规律三与规律四：复用自有语料；沿既有账户关系升级能力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商品评论与问答语料是站内导购质量的差异化来源，站外通用AI难以等量获得；能力由A1问答演进至A4授权代理（盯价到价自动买、跨站代购），沿用户既有账户与支付关系推进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一、交易主权是目前唯一被多条独立证据反复验证的结论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五条独立证据指向同一方向：Instant Checkout约5个月、峰值约12至30家商家收场；替代方案改为商家自运营结账的零售商应用；UCP协议保留商家Merchant of Record；Shopify Agentic Storefronts把结账留在商家店铺；Amazon诉Perplexity获初步禁令。来自不同主体、不同性质（产品决策、协议设计、司法判定）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二、规模由入口位置决定，价值由意图强度与产品形态决定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高流量App显著位置可快速获得DAU（淘宝侧500万），但不能自动获得商品决策行为（人均IPV 0.11次）；用户主动触发的场景规模小（43万）但深度高（1.00次），两者有效商品浏览量因此接近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三、站内AI导购有四条可复制的产品规律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嵌入既有动线而非新建独立入口；答案内直接给出可交易对象；复用自有语料（评论、问答）作为质量差异化来源；沿既有账户与支付关系推进能力升级（问答→盯价→授权代理）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四、所有公开效果数据都是观察性的，引用前必须做自选择校正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Rufus「+60%完成率」、Salesforce「6.2%对3.9%」、Adobe渠道对比均属此类；可确认方向，不能测算收益。建立随机对照实验能力，是把方向性判断转化为可决策数字的唯一途径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五、变现前置会抑制规模，当前主流是不直接向用户或商家收费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站内AI导购的价值体现为转化提升与留存，而非独立收入项；站外入口的变现（约4%佣金、联盟分佣、生态内归因结算）仍在探索，规模远小于流量增速所暗示的水平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六、多协议并存推高商家适配成本，可迁移的资产是结构化商品数据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ACP、UCP与国内小程序生态并行，逐一适配的成本会持续上升。真正跨协议、跨平台可复用的投入是商品数据结构化与大模型可读性改造；单一平台的接入实现不具备迁移价值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七、代理进入他人交易场需要授权而非绕过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Amazon诉Perplexity的两条启示：对外，与交易场对接应走协议与显式授权路径；对内，应尽早在服务条款中定义AI代理的识别义务与准入规则——本案CFAA主张成立的重要基础，正是亚马逊条款已明确规定自动化与AI代理的透明标识义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六层功能切分（按一笔AI购物交易必需的环节，满足MECE）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2651760"/>
                <a:gridCol w="246888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三种竞合模式：①垂直自建闭环（体验完整但比价中立性受限）；②生态联盟与协议接入（各保核心资产，关键在责任边界与分佣）；③中立第三方（叙事有利于信任，但受平台数据封闭与代理准入规则约束）。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生鲜结构性特征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AI电商行业研究报告｜v3.0｜数据截至2026-07｜第29页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生鲜零售：三类优先组合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对话或语音输入＋菜谱成车＋家庭偏好记忆＋周期购。天然产生多轮对话与多商品加购，是提升人均IPV的高适配场景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库存与效期数据接入推荐，临期折扣与当日菜谱联动，同时改善毛利与损耗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面向区域商超输出对话建车与膳食规划能力，参照Instacart的能力SaaS化路径，摊薄低毛利业态的研发与推理成本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关键词→商品列表 变为 模糊需求→多轮澄清→答案式结果（结果页设计转向答案组织设计）；用户自行完成漏斗 变为 AI压缩决策路径（核心指标转为意图识别准确率、澄清轮次、推荐采纳率、人均IPV）；竞价与推荐分配流量 变为 模型引用与feed质量影响曝光；终点为下单 变为 终点延伸至授权代理（需授权管理与代理身份标识）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站内助手从问答升级到任务代理；答案页商业化规则设计（AI答案与广告位的位置冲突）；用户授权中心（额度、品类、撤销）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商品feed结构化与大模型可读性改造；在主要AI入口的被推荐率与被平替率监测；自有应用接入开放协议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餐桌助手、损耗联动推荐、白标能力输出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多协议适配中间件；导购效果评测与实验平台（解决观察性数据无法支撑决策的问题）；垂类导购智能体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AI电商已进入规模化应用阶段，但环节成熟度差异显著：发现与决策辅助已有可验证规模与效果，交易环节的AI化经历了一轮明确失败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「AI负责发现、商家保留交易」是当前证据最充分的分工，由产品决策、协议设计与司法判定三类独立证据共同支撑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站内AI导购的核心矛盾是决策深度而非流量规模：11.63倍的DAU差距仅带来1.28倍的有效商品浏览量差距，留存差距仅1.10至1.20倍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站外AI引荐处于低基数、高质量、增速衰减阶段，合理姿态是低成本占位与监测，而非按外推规模重投入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行业公开效果数据的证据等级不足以支撑投入测算：全部为观察性对比，缺少随机对照实验，口径与归因方法多未完整披露</a:t>
            </a:r>
          </a:p>
          <a:p>
            <a:pPr algn="l">
              <a:spcAft>
                <a:spcPts val="4375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生鲜与高频复购业态适配度更高：菜谱驱动、清单式复购与周期购天然产生多轮对话与多商品加购，与提升人均IPV的目标一致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AI电商行业研究报告｜v3.0｜数据截至2026-07｜第32页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统一留存与回访率命名；明确AI链路商品浏览的归因规则；建立随机对照实验能力，替代观察性对比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将人均IPV设为首要指标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DAU降为次级指标；以「答案内直接给可交易对象」「每轮对话有明确下一步」为核心改造方向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商品问答、清单与菜谱成车、售后自动化；以人均IPV与转化率考核，设定客诉门槛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对主要AI入口做月度可见度与被平替率监测，替代按规模预测配置资源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生鲜专项评估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餐桌助手与损耗联动推荐的投入产出评估；评估白标能力输出的可行性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优先级依据：P0为其他判断的前提条件，P1为已验证方向的落地，P2为跨路径通用的供给侧投入，P3为条件成熟后的专项。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AI电商行业研究报告｜v3.0｜数据截至2026-07｜第33页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AI引荐流量增速与累计指数外推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累计指数2025Q1=100；衰减系数30%／40%／55%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渠道观察性对比，非因果效应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「AI影响」为宽口径，不等于AI界面内结账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对数轴；窄宽口径相差一个数量级以上，不可相加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私域子集，非全量AI电商GMV；预测为该机构口径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QuestMobile／OpenAI／Google／亚马逊财报／Perplexity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周／月／年三种窗口并存，仅量级对照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＝DAU×人均IPV；不推演GMV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亚马逊财报／Salesforce／Adobe／Shopify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两条证据线不可合并；含自选择偏差提示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AI电商行业研究报告｜v3.0｜数据截至2026-07｜第34页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列为P3，仅内部对照，并列出三点可比性限制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